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D181AD-AF14-4CA7-9AB0-575C6386F1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D8265E-FF1C-458A-BE21-5EFC735E41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609A0B-A3A5-42DC-BCB8-B2AD6C2F6D4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1080000"/>
            <a:ext cx="792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Waraq slide one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hi-IN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شريحة باللغة العربية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1080000"/>
            <a:ext cx="7920000" cy="144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Slide two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LibreOffice/26.8.1.1$Windows_X86_64 LibreOffice_project/bf6ef2662401c7d6dce671ab4deb26ee0af3a7c1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